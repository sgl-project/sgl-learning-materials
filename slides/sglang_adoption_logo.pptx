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3" r:id="rId2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8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8783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2" Type="http://schemas.openxmlformats.org/officeDocument/2006/relationships/image" Target="../media/image2.png"/><Relationship Id="rId16" Type="http://schemas.openxmlformats.org/officeDocument/2006/relationships/image" Target="../media/image16.sv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jpe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svg"/><Relationship Id="rId27" Type="http://schemas.openxmlformats.org/officeDocument/2006/relationships/image" Target="../media/image27.jpg"/><Relationship Id="rId30" Type="http://schemas.openxmlformats.org/officeDocument/2006/relationships/image" Target="../media/image30.png"/><Relationship Id="rId35" Type="http://schemas.openxmlformats.org/officeDocument/2006/relationships/image" Target="../media/image35.jpe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A014B-2FB1-267D-36B4-9D7466A2F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1A9F141-DBF1-F8F2-97E6-A6D934EAC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787" y="1214312"/>
            <a:ext cx="2116378" cy="915561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292408F5-CFEB-D413-AA6B-CADF82144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62" y="1211979"/>
            <a:ext cx="1150181" cy="920226"/>
          </a:xfrm>
          <a:prstGeom prst="rect">
            <a:avLst/>
          </a:prstGeom>
        </p:spPr>
      </p:pic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883F4F9D-2031-2F81-AF84-17D1DEAEB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9668" y="1291985"/>
            <a:ext cx="2660916" cy="7602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3E1871-B607-3AF9-310A-40E5D6EAD2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0893" y="2511062"/>
            <a:ext cx="2604610" cy="534813"/>
          </a:xfrm>
          <a:prstGeom prst="rect">
            <a:avLst/>
          </a:prstGeom>
        </p:spPr>
      </p:pic>
      <p:pic>
        <p:nvPicPr>
          <p:cNvPr id="1028" name="Picture 4" descr="Cursor owner buys AI coding assistant Supermaven - Indie Hackers">
            <a:extLst>
              <a:ext uri="{FF2B5EF4-FFF2-40B4-BE49-F238E27FC236}">
                <a16:creationId xmlns:a16="http://schemas.microsoft.com/office/drawing/2014/main" id="{580A6C43-D7BC-0C84-AB47-839BAFAE14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61" b="34801"/>
          <a:stretch/>
        </p:blipFill>
        <p:spPr bwMode="auto">
          <a:xfrm>
            <a:off x="11746147" y="1406794"/>
            <a:ext cx="2615850" cy="530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DF33C3-107D-ED97-D2EB-98419ECA92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8442" y="3421579"/>
            <a:ext cx="804194" cy="804194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6E7AA7A0-D21C-C6C5-F647-903F96775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956" y="5848611"/>
            <a:ext cx="1940747" cy="491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Nebius Secures $700M to Accelerate AI Infrastructure Expansion - Great  Entrepreneurs">
            <a:extLst>
              <a:ext uri="{FF2B5EF4-FFF2-40B4-BE49-F238E27FC236}">
                <a16:creationId xmlns:a16="http://schemas.microsoft.com/office/drawing/2014/main" id="{606D7C1D-10CA-4FFE-2A14-503BD3C936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0147" r="556" b="28730"/>
          <a:stretch/>
        </p:blipFill>
        <p:spPr bwMode="auto">
          <a:xfrm>
            <a:off x="4504604" y="3546256"/>
            <a:ext cx="1788939" cy="554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Novita AI Logo PNG Vector (SVG) Free Download">
            <a:extLst>
              <a:ext uri="{FF2B5EF4-FFF2-40B4-BE49-F238E27FC236}">
                <a16:creationId xmlns:a16="http://schemas.microsoft.com/office/drawing/2014/main" id="{629B1EAE-B575-2CFF-8FE1-7FF8070AED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" t="39581" b="39566"/>
          <a:stretch/>
        </p:blipFill>
        <p:spPr bwMode="auto">
          <a:xfrm>
            <a:off x="6647727" y="3593282"/>
            <a:ext cx="2176834" cy="460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UC Berkeley seal &amp; logo (revised)">
            <a:extLst>
              <a:ext uri="{FF2B5EF4-FFF2-40B4-BE49-F238E27FC236}">
                <a16:creationId xmlns:a16="http://schemas.microsoft.com/office/drawing/2014/main" id="{04A547E5-6103-AC9A-3C92-74E4BD955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892" y="4748687"/>
            <a:ext cx="1788938" cy="465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UCLA Bruins - Wikipedia">
            <a:extLst>
              <a:ext uri="{FF2B5EF4-FFF2-40B4-BE49-F238E27FC236}">
                <a16:creationId xmlns:a16="http://schemas.microsoft.com/office/drawing/2014/main" id="{4C933A80-818D-4E43-D94A-237FEABF9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12" y="4757058"/>
            <a:ext cx="932518" cy="44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Combinations - Identity Guide">
            <a:extLst>
              <a:ext uri="{FF2B5EF4-FFF2-40B4-BE49-F238E27FC236}">
                <a16:creationId xmlns:a16="http://schemas.microsoft.com/office/drawing/2014/main" id="{C8A4B143-F789-137B-1B8A-42DF1C653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6812" y="4667467"/>
            <a:ext cx="1788938" cy="627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787B22-F549-C2A4-52C2-E469C1011EA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18369" y="1426411"/>
            <a:ext cx="1891562" cy="49136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DC7474D-0877-2283-D1CB-C1A78B2FDD5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05584" y="2538608"/>
            <a:ext cx="2745066" cy="479720"/>
          </a:xfrm>
          <a:prstGeom prst="rect">
            <a:avLst/>
          </a:prstGeom>
        </p:spPr>
      </p:pic>
      <p:pic>
        <p:nvPicPr>
          <p:cNvPr id="11" name="Picture 10" descr="A red and white logo&#10;&#10;AI-generated content may be incorrect.">
            <a:extLst>
              <a:ext uri="{FF2B5EF4-FFF2-40B4-BE49-F238E27FC236}">
                <a16:creationId xmlns:a16="http://schemas.microsoft.com/office/drawing/2014/main" id="{C0D64398-9EB0-A0ED-5868-6E274CC94F9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3658" y="2234228"/>
            <a:ext cx="3181277" cy="1088480"/>
          </a:xfrm>
          <a:prstGeom prst="rect">
            <a:avLst/>
          </a:prstGeom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283CDC1A-BEF7-F185-D545-151BC8284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28" y="3587212"/>
            <a:ext cx="3429189" cy="472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InnoMatrix">
            <a:extLst>
              <a:ext uri="{FF2B5EF4-FFF2-40B4-BE49-F238E27FC236}">
                <a16:creationId xmlns:a16="http://schemas.microsoft.com/office/drawing/2014/main" id="{A501938E-D029-F6F0-E018-F5240D9F2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7916" y="3478845"/>
            <a:ext cx="2068988" cy="689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AutoShape 8">
            <a:extLst>
              <a:ext uri="{FF2B5EF4-FFF2-40B4-BE49-F238E27FC236}">
                <a16:creationId xmlns:a16="http://schemas.microsoft.com/office/drawing/2014/main" id="{EB5D9F6D-6093-98B3-E2CB-B447555683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92904" y="3682138"/>
            <a:ext cx="283076" cy="28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" name="Picture 1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88D2D79-F047-EEB3-63FC-57881C057B6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79798" y="5869347"/>
            <a:ext cx="3034226" cy="450455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26157DDC-BB01-528E-3282-AC0BBAF258F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839655" y="5919421"/>
            <a:ext cx="2880299" cy="350307"/>
          </a:xfrm>
          <a:prstGeom prst="rect">
            <a:avLst/>
          </a:prstGeom>
        </p:spPr>
      </p:pic>
      <p:pic>
        <p:nvPicPr>
          <p:cNvPr id="25" name="Picture 14" descr="Spark (讯飞星火) Logo">
            <a:extLst>
              <a:ext uri="{FF2B5EF4-FFF2-40B4-BE49-F238E27FC236}">
                <a16:creationId xmlns:a16="http://schemas.microsoft.com/office/drawing/2014/main" id="{C6447368-13DC-AE54-FB08-4A884CBB4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294" y="5779067"/>
            <a:ext cx="631015" cy="631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CD8FAFC1-C1EF-AB30-A772-9EBAEBC853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427"/>
          <a:stretch>
            <a:fillRect/>
          </a:stretch>
        </p:blipFill>
        <p:spPr bwMode="auto">
          <a:xfrm>
            <a:off x="6054778" y="5782748"/>
            <a:ext cx="1408408" cy="623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74B032-8FFE-94F0-4E7C-3E3F5F8C4E4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079248" y="4759443"/>
            <a:ext cx="2034776" cy="443581"/>
          </a:xfrm>
          <a:prstGeom prst="rect">
            <a:avLst/>
          </a:prstGeom>
        </p:spPr>
      </p:pic>
      <p:pic>
        <p:nvPicPr>
          <p:cNvPr id="17" name="Picture 16" descr="A logo with a smile&#10;&#10;AI-generated content may be incorrect.">
            <a:extLst>
              <a:ext uri="{FF2B5EF4-FFF2-40B4-BE49-F238E27FC236}">
                <a16:creationId xmlns:a16="http://schemas.microsoft.com/office/drawing/2014/main" id="{7DF345C8-0D38-6207-90B3-279314C7453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46589" y="2287643"/>
            <a:ext cx="981650" cy="981650"/>
          </a:xfrm>
          <a:prstGeom prst="rect">
            <a:avLst/>
          </a:prstGeom>
        </p:spPr>
      </p:pic>
      <p:pic>
        <p:nvPicPr>
          <p:cNvPr id="21" name="Picture 20" descr="A blue and white logo&#10;&#10;AI-generated content may be incorrect.">
            <a:extLst>
              <a:ext uri="{FF2B5EF4-FFF2-40B4-BE49-F238E27FC236}">
                <a16:creationId xmlns:a16="http://schemas.microsoft.com/office/drawing/2014/main" id="{1F30E72C-C39F-F7D4-962C-B622EDF863AB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 t="22904" b="22903"/>
          <a:stretch>
            <a:fillRect/>
          </a:stretch>
        </p:blipFill>
        <p:spPr>
          <a:xfrm>
            <a:off x="7131875" y="1291985"/>
            <a:ext cx="1402782" cy="760215"/>
          </a:xfrm>
          <a:prstGeom prst="rect">
            <a:avLst/>
          </a:prstGeom>
        </p:spPr>
      </p:pic>
      <p:pic>
        <p:nvPicPr>
          <p:cNvPr id="23" name="Picture 22" descr="A blue and green pyramids&#10;&#10;AI-generated content may be incorrect.">
            <a:extLst>
              <a:ext uri="{FF2B5EF4-FFF2-40B4-BE49-F238E27FC236}">
                <a16:creationId xmlns:a16="http://schemas.microsoft.com/office/drawing/2014/main" id="{541182B1-53E4-F6E7-AA36-EB51ABD7FD0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65215" y="5758751"/>
            <a:ext cx="671647" cy="671647"/>
          </a:xfrm>
          <a:prstGeom prst="rect">
            <a:avLst/>
          </a:prstGeom>
        </p:spPr>
      </p:pic>
      <p:pic>
        <p:nvPicPr>
          <p:cNvPr id="27" name="Picture 26" descr="A logo for a company&#10;&#10;AI-generated content may be incorrect.">
            <a:extLst>
              <a:ext uri="{FF2B5EF4-FFF2-40B4-BE49-F238E27FC236}">
                <a16:creationId xmlns:a16="http://schemas.microsoft.com/office/drawing/2014/main" id="{87E3A998-ACE5-C992-3A8F-49576F657A9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556936" y="2308568"/>
            <a:ext cx="1625600" cy="939800"/>
          </a:xfrm>
          <a:prstGeom prst="rect">
            <a:avLst/>
          </a:prstGeom>
        </p:spPr>
      </p:pic>
      <p:pic>
        <p:nvPicPr>
          <p:cNvPr id="29" name="Picture 28" descr="A purple letter w on a white background&#10;&#10;AI-generated content may be incorrect.">
            <a:extLst>
              <a:ext uri="{FF2B5EF4-FFF2-40B4-BE49-F238E27FC236}">
                <a16:creationId xmlns:a16="http://schemas.microsoft.com/office/drawing/2014/main" id="{3FA50932-5CDB-7FBE-F03B-9875D6C9DF82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391673" y="4737052"/>
            <a:ext cx="712745" cy="488362"/>
          </a:xfrm>
          <a:prstGeom prst="rect">
            <a:avLst/>
          </a:prstGeom>
        </p:spPr>
      </p:pic>
      <p:pic>
        <p:nvPicPr>
          <p:cNvPr id="34" name="Picture 33" descr="A red and black rectangles with a cross&#10;&#10;AI-generated content may be incorrect.">
            <a:extLst>
              <a:ext uri="{FF2B5EF4-FFF2-40B4-BE49-F238E27FC236}">
                <a16:creationId xmlns:a16="http://schemas.microsoft.com/office/drawing/2014/main" id="{A3D960FD-B04C-28BB-59A4-4103401D9562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65425" y="4726333"/>
            <a:ext cx="985819" cy="509801"/>
          </a:xfrm>
          <a:prstGeom prst="rect">
            <a:avLst/>
          </a:prstGeom>
        </p:spPr>
      </p:pic>
      <p:pic>
        <p:nvPicPr>
          <p:cNvPr id="39" name="Picture 38" descr="A purple logo with text and a star&#10;&#10;AI-generated content may be incorrect.">
            <a:extLst>
              <a:ext uri="{FF2B5EF4-FFF2-40B4-BE49-F238E27FC236}">
                <a16:creationId xmlns:a16="http://schemas.microsoft.com/office/drawing/2014/main" id="{AFAF5253-2004-7AC5-7F90-921DB0C2298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832019" y="4617947"/>
            <a:ext cx="726573" cy="726573"/>
          </a:xfrm>
          <a:prstGeom prst="rect">
            <a:avLst/>
          </a:prstGeom>
        </p:spPr>
      </p:pic>
      <p:pic>
        <p:nvPicPr>
          <p:cNvPr id="1026" name="Picture 2" descr="Baidu logo - Free Icon PNG, SVG">
            <a:extLst>
              <a:ext uri="{FF2B5EF4-FFF2-40B4-BE49-F238E27FC236}">
                <a16:creationId xmlns:a16="http://schemas.microsoft.com/office/drawing/2014/main" id="{152CC21B-A901-EC59-E944-C62F624A6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486" y="4624861"/>
            <a:ext cx="712745" cy="712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WeChat Logo PNG Transparent &amp; SVG Vector - Freebie Supply">
            <a:extLst>
              <a:ext uri="{FF2B5EF4-FFF2-40B4-BE49-F238E27FC236}">
                <a16:creationId xmlns:a16="http://schemas.microsoft.com/office/drawing/2014/main" id="{4AA323CD-1619-4B0C-3F01-A273F1BC4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547" y="5782748"/>
            <a:ext cx="623653" cy="623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unPod Expands with New Office in Charlotte, North Carolina">
            <a:extLst>
              <a:ext uri="{FF2B5EF4-FFF2-40B4-BE49-F238E27FC236}">
                <a16:creationId xmlns:a16="http://schemas.microsoft.com/office/drawing/2014/main" id="{52D44F9E-14E8-0216-2F87-863363297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770" y="3430141"/>
            <a:ext cx="1574140" cy="78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ordmarks, Lettermark, Unitmarks - The CMU Brand - Carnegie Mellon  University">
            <a:extLst>
              <a:ext uri="{FF2B5EF4-FFF2-40B4-BE49-F238E27FC236}">
                <a16:creationId xmlns:a16="http://schemas.microsoft.com/office/drawing/2014/main" id="{DE1F1457-1CB6-768C-60D7-18CD276D1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973" y="4481531"/>
            <a:ext cx="999404" cy="99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474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Lianmin Zheng</cp:lastModifiedBy>
  <cp:revision>20</cp:revision>
  <dcterms:created xsi:type="dcterms:W3CDTF">2025-02-02T13:45:19Z</dcterms:created>
  <dcterms:modified xsi:type="dcterms:W3CDTF">2025-12-15T05:07:16Z</dcterms:modified>
</cp:coreProperties>
</file>